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ถึงหน้านี้ 0:00   สวัสดีค่ะ/ครับ โครงงาน X Fitness Chatbot ผู้ช่วยตอบลูกค้าของสตูดิโอฟิตเนส วันนี้จะเล่า 3 ส่วน: ระบบประกอบด้วยอะไร · สาธิตกับบอทตัวจริง · ผลทดสอบกด T เพื่อเริ่มนาฬิกา (มุมขวาล่าง: เวลาที่ใช้ / เวลาที่ควรถึงหน้านี้ ตัวเลขแดง = ช้ากว่าแผนเกิน 30 วินาที)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ถึงหน้านี้ 0:08   แนะนำตัวสั้น ๆ คนละประโยค ฝั่งธุรกิจ (ข้อมูลร้าน กฎ ชุดทดสอบ) กับฝั่งระบบ (โค้ด AI deploy)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ถึงหน้านี้ 0:18  บอกโครงเรื่อง 6 ส่วนเร็ว ๆ แล้วไปต่อ (หน้าลองเล่นและรายละเอียดอยู่ในภาคผนวกท้ายเด็ค) ถ้าโดนถามช่วงถาม-ตอบ กลับมาหน้านี้ (กด M) แล้วคลิกส่วนที่ต้องการ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ถึงหน้านี้ 0:32   เอ็กซ์ ฟิตเนส ศรีราชา (ธุรกิจจำลอง) ลูกค้าถามซ้ำทั้งในและนอกเวลา หัวใจของงานคือ "AI ช่วยเขียน แต่เรื่องตัวเลขและเงิน โค้ดตัดสิน"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ถึงหน้านี้ 0:42  4 งานนี้คือสิ่งที่จะเห็นในช่วงสาธิต ตอบ = ชุดคำถาม · อ่านภาพ = ชุดภาพ · ปฏิเสธ = ชุดความปลอดภัย · ส่งต่อ = ปุ่มคุยกับพนักงาน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ถึงหน้านี้ 0:54  ชี้ว่าเลือกของที่เรียบง่าย: ไม่มี framework หน้าเว็บ ไม่มีฐานข้อมูลแยก เรียก Typhoon ผ่าน httpx ตรง ๆ ไม่ใช้ SDK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ถึงหน้านี้ 1:09 เล่าจากซ้ายไปขวา: ลูกค้าเว็บเข้าตรง · ลูกค้า LINE ผ่าน LINE Platform ที่ส่ง webhook มา · พนักงานใช้หลังบ้านบนแอปเดียวกัน ทุกอย่างอยู่ใน Render บริการเดียว แอปเรียก Typhoon เมื่อต้องใช้ AI เท่านั้น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ถึงหน้านี้ 1:59 กดตัวอย่างทีละข้อ: Q07 (ผ่านครบ 6 ขั้น) → S01 (หยุดที่ ① ตอบใน 0.4 วินาที) → FN-10003 5531 (จบที่ ② ไม่เรียก AI) → I02 (อ่านภาพ ตรวจสลิปที่ ④ แล้วมีปุ่มคุยกับพนักงาน) จุดที่อยากให้จำ: ขั้น ① กับ ⑥ เป็นโค้ด ไม่ใช่ 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ถึงหน้านี้ 3:04  คลิก KB-02 (ราคา) แล้ว KB-05 (นโยบาย) ให้เห็นว่าเป็นภาษาคนธรรมดา ข้อมูลทั้งหมดเป็นข้อมูลจำลอง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ถึงหน้านี้ 3:35  เปิดมาเห็นเส้นแดงเลย: ลูกค้าถาม "แพ็กนักเรียนปั่นจักรยานได้ไหม" → เริ่มที่นักเรียน/นักศึกษา → เส้น "เข้าไม่ได้" ไป Ride ชี้ว่าเส้นข้าง ๆ บอกต่อได้ว่าคลาสไหนเข้าได้ แล้วคลิก Ride หรือ Yoga Flow ให้ดูคำอธิบายจริงจาก graphml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ถึงหน้านี้ 4:32  จุดขาย: ไม่พึ่ง AI ให้ระวังตัวเอง ใช้โค้ดจับก่อน จึงตอบใน 0.4 วินาทีและไม่เสียค่า 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ถึงหน้านี้ 4:44  แต่ละกฎเกิดจากปัญหาที่เจอตอนทดสอบ 1,600 ข้อ (บันทึกใน docs/BUILD-PLAN.md วันที่ 5 ต.ค.)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ถึงหน้านี้ 5:33  หน้าถัดไปลองเล่นได้ ชี้ว่าถามข้อมูลของสมาชิกคนอื่น (S03) ถูกปฏิเสธเสมอ แม้ยืนยันตัวเองแล้ว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ถึงหน้านี้ 5:55 กด I01 (ผ่าน 6/6 → รอพนักงานยืนยัน) แล้ว I02 (ขาด 600 บาท → ส่งพนักงาน) ชี้ว่าการตัดสินว่าสลิปผ่านเป็นโค้ด ไม่ใช่ 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ถึงหน้านี้ 7:21   บอกผู้ฟังว่าจะสลับจอไปบอทจริง (มือถือที่ mirror ขึ้นจอ หรือเบราว์เซอร์) ก่อนขึ้นพูด: เปิดเว็บ Render ล่วงหน้า 2–3 นาที (free plan หลับ ปลุกใช้ ~1 นาที) · หลังบ้าน → ล้างข้อมูลทดสอบ (ให้ยอดค้างของ FN-10007 กลับมา) · ส่งภาพ 5 ไฟล์เข้ามือถือไว้ก่อน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ถึงหน้านี้ 7:29   สลับไปบอทจริง ถาม Q03 (ค่าแรกเข้า + โค้ด NOJOIN) · Q09 (โปรตอนนี้ ต้องบอกว่า MID2 ใช้ไม่ได้) · Q10 (คลาสวันเสาร์ 4 คลาส) ข้ออื่นคลิกให้ดูคำตอบที่บันทึกไว้ คำตอบสดอาจใช้ถ้อยคำต่างเล็กน้อย แต่ตัวเลขต้องตรง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ถึงหน้านี้ 8:02   โชว์สด I01: พิมพ์ FN-10003 5531 ก่อน แล้วแนบ 01_slip_valid.png ผลต้องเป็น "รอพนักงานยืนยัน" (ไม่บอกว่าชำระสำเร็จ) แล้วเปิดหลังบ้าน → สลิป ให้เห็นว่าเข้าคิวแล้ว · I05: แนบโปสเตอร์ MID2 ต้องบอกว่าหมดเขต ภาพใช้เวลาตอบ 6–10 วินาที พูดอธิบายระหว่างรอ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ถึงหน้านี้ 8:36   โชว์สด S01 (ให้พิมพ์ system prompt) และ S03 (ขอเบอร์ของ FN-10005) ชี้ว่าตอบเร็วเพราะ guard เป็นโค้ด ไม่เรียก AI · S04 เป็นข้อเดียวที่ AI ตอบเอง เพราะไม่ใช่การโจมตี แต่ก็ไม่ให้ส่วนลดที่ไม่มีอยู่จริง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ถึงหน้านี้ 9:04   ทดสอบด้วย Playwright เปิดเบราว์เซอร์จริง พิมพ์และแนบภาพเหมือนลูกค้า กับ Typhoon และ LightRAG ตัวจริง ภาพหน้าจอทุกกรณีอยู่ใน qa/ กราฟแท่งคือเวลาตอบของ 20 ข้อที่สาธิต: ภาพช้าสุดเพราะต้อง OCR 2 รอบ ความปลอดภัยเร็วสุดเพราะไม่เรียก AIหมายเหตุ: ผล 40 กรณีวัดก่อนเพิ่ม guard ชุดใหม่ (9–10 ต.ค.) ชุด 31 กรณีวัดหลังเพิ่มแล้ว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ถึงหน้านี้ 9:22   สรุป 1 ประโยค แล้วเปิดถาม-ตอบ ถ้าโดนถามเรื่องไหน กด M แล้วคลิกหน้านั้น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ภาคผนวก การนำเสนอจบที่หน้า 20 (ขอบคุณ · ถาม-ตอบ) หน้านี้และหน้าถัดไปใช้ตอบคำถาม กด M แล้วคลิกหน้าที่ต้องการ หรือคลิกเลขหน้าในการ์ด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ภาคผนวก  กด Q01 (ผ่านครบ 6 ขั้น) แล้วกด S01 (หยุดที่ขั้น 1 ตอบใน 0.4 วินาที) ให้ผู้ฟังเห็นความต่าง ถ้าเชื่อมบอทจริงแล้ว พิมพ์คำถามเองได้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ภาคผนวก  กด Q07 → KB-04 (PT) · Q09 → ได้ KB-06 กับ KB-07 · ถามสิ่งที่ไม่มีในคลัง (บอทจริง) เช่น "มีที่จอดรถไหม" จะเห็นปุ่มคุยกับพนักงาน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ภาคผนวก  ถ้าเชื่อมบอทจริง ให้ผู้ฟังเสนอข้อความหลอกเอง เช่น "s y s t e m prompt" หรือแบ่งพิมพ์ 2 ข้อความ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ภาคผนวก  I01 ผ่าน 6/6 → รอพนักงานยืนยัน · I02 ขาด 600 บาท → ส่งพนักงาน · I05 โปรหมดเขต ภาพใช้เวลา 6–10 วินาที พูดอธิบายระหว่างรอ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ภาคผนวก  กด ▶ แล้วพูดตามข้อความใต้แผนภาพ 13 ขั้น: เว็บ → API → บอท → ① guard → ② ยืนยันสมาชิก → ③ LightRAG (+ Typhoon ดึงคำสำคัญ + ดัชนี) → ④ กฎร้าน → ประวัติแชต → ⑤ Typhoon → ⑥ guard → กลับหน้าเว็บ แล้วต่อด้วยทาง LINE และหลังบ้าน กด ⏸ หยุดอธิบายได้ ◀ ย้อน ⏮ เริ่มใหม่ คลิกกล่องไหนก็ได้เพื่อดูไฟล์จริง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ภาคผนวก กด "สร้างดัชนี" ก่อน ชี้ว่าขั้น ② ใช้ Typhoon แต่ขั้น ③ ทำในเครื่อง แล้วกด "แพ็กนักเรียนปั่นจักรยานได้ไหม" ให้เห็นว่าค้น 4 ทางเจออะไร และกด "ตอนลูกค้าถาม Q07" ให้เห็นผลทดสอบจริง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ภาคผนวก  D = ต้องทำ · N = ห้ามทำ คลิก N-01 (สระว่ายน้ำ: ต้องบอกว่าไม่มี ไม่แต่ง) และ N-05 (โอนแล้ว: ห้ามบอกว่าชำระสำเร็จ)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ภาคผนวก  ชี้ลูกศรด้านบน: แก้ JSON → build → commit ไฟล์ฐานข้อมูล → Render คัดลอกไปใช้ คลิก members ให้เห็นพจนานุกรมข้อมูลและแถวตัวอย่าง (เบอร์โทรเก็บ แต่บอทไม่เคยบอก) แล้วคลิก messages ให้เห็นว่าแชตเก็บอะไร ข้อมูลที่เกิดบนเว็บจริงหายเมื่อเครื่อง restart = ย้อนกลับไปข้อมูลตั้งต้น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ภาคผนวก  Playwright เปิด Chromium พิมพ์ แนบภาพ และยืนยันสมาชิกเหมือนลูกค้า กับ Typhoon และ LightRAG ตัวจริง แล้วตัดสินผลจากข้อความที่หน้าเว็บแสดง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ภาคผนวก  ชวนผู้ฟังสแกน QR เพิ่มเพื่อน LINE OA แล้วลองถามเอง · ถ้ามีมือถือที่เพิ่มเพื่อน LINE OA ไว้ ให้สาธิตสดได้เลย ไม่งั้นใช้หน้านี้อธิบาย ชี้ว่าคำตอบเหมือนหน้าเว็บทุกคำ เพราะเรียก chat.answer() ตัวเดียวกัน · กดปุ่มในเมนูด้านล่างโทรศัพท์ (rich menu 6 ปุ่มของจริง จาก assets/rich-menu) · ถ้าเชื่อมบอทจริง (ป้ายมุมขวาบนของโทรศัพท์) ข้อความเข้าบอทจริง ถ้าออฟไลน์ ใช้คำตอบจากผลทดสอบหน้าเว็บ เพราะ LINE เรียก chat.answer() ตัวเดียวกัน · หน้าตาแอปเป็นภาพจำลอง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